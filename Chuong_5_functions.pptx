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DDF-8658-470D-8313-84D819DB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5505B-5467-43EB-85C5-93902C46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8AA3-1A48-404B-9AB9-AE5F970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710E-C00C-437D-8819-B54F4824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CF9C-1EA7-4A73-B8A1-5A32796A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3BAB-36B3-4A15-9135-886A7632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5F4F-B536-4278-BDE7-E7994E75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DE83-5671-4C83-9BA6-62AAB7E5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41FB-8BDE-4E10-896D-010F47DF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CDDB-819A-41C1-B11A-01D84814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204-C774-448E-9813-E2E3984C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7AC3-E862-408C-9713-72771D48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5B1A-BED1-4DDA-8EEC-BD720CF0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3B3C-434D-46C4-9596-4498D275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A2D-DCC3-41CB-B9A7-943E6025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97B-734C-44C7-941D-1161C6F4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A582-DF3A-4BAF-9B14-9D07F334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FDAE-EFAE-4AE6-87A1-5B75B661E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1DF8-096B-4D7E-A338-D98ECEA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76D0-4DC3-4B31-A3C6-E62BE5B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B41B-FD65-4BE7-ADF6-7FED9962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4637-7BAE-4544-8C43-DA16C20A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F087-78C4-4CBB-8034-E230C8B0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69A6-BBE4-4BD3-83BB-E44CCCE4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1F208-C010-4FEA-8628-34392768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61070-5A80-4879-BDEE-380D5C9AC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5487D-34B9-480A-A977-A139E1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1816-12B3-4A99-92BC-3136BB61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39D33-BE16-4EC3-A99D-EEF1E88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F795-2469-4812-B290-79C66D5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C63C5-C301-4341-9FE9-06243CCE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8C52A-6A5B-41B3-B903-704D0775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CEDE-4388-4F02-ACB2-8A9219FF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5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C9ED-EA19-47FB-92B5-D7B0FCEC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23B26-58FD-4D89-B23F-FF84FE0E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BEEC-EE39-4286-A89A-73354B2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CEF-AFB1-4B60-B41C-F59E552C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0E95-B772-4A35-818D-D1BC7F7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6DA66-04DB-4742-BF90-E30F71C5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9077F-ADF9-454C-BECB-FB9FF5F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A87D-C396-4EEB-AC9B-AC91F608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BDCD-68C5-4784-8562-A6EC755A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CF7-CD7F-4E4D-9F20-867DCA8F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71-DCEC-41EF-BBB4-256841078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EA92-AAA4-4E90-B387-074465E7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AC6-8248-4101-B199-3104C53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5CFD-F3DA-46EC-8160-AD432587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2BC-CF3A-4377-A7C1-AFD6882C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D282-7453-46AE-8E1D-1CD9C28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B83B8-2616-4B92-B9C7-D7248824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C0D-0539-433D-BC3B-B4EE898F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BBA5-6AB1-4051-A713-444029B6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4B28-64BF-4384-B3B6-C3F1FB32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82BF-5F6B-4899-993B-F439243A7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1503F-87F0-438A-A747-921F20598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551C-16FD-45ED-BFCE-DF9213A2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6D8-910E-4798-8142-B587523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7152-26DC-4020-B605-6BD71B5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41BC-A9BD-4145-813B-2641CD5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02BD-2263-4DBD-8E4E-D265F13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6752-D88D-4570-8B90-767EBCE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365-9461-428E-9B96-3D42B078B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41BF-EEBA-4EF9-97A9-412C36197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D1E207-9EAC-4979-BF17-22B272AB6D08}"/>
              </a:ext>
            </a:extLst>
          </p:cNvPr>
          <p:cNvSpPr/>
          <p:nvPr/>
        </p:nvSpPr>
        <p:spPr>
          <a:xfrm>
            <a:off x="2315851" y="197962"/>
            <a:ext cx="7560297" cy="88612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Chương 5 – Hàm (Function)</a:t>
            </a:r>
            <a:endParaRPr lang="en-US" sz="3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2890DB-9A7A-40C4-8F42-5BBEF182FD3C}"/>
              </a:ext>
            </a:extLst>
          </p:cNvPr>
          <p:cNvSpPr/>
          <p:nvPr/>
        </p:nvSpPr>
        <p:spPr>
          <a:xfrm rot="10800000" flipH="1" flipV="1">
            <a:off x="358216" y="1508288"/>
            <a:ext cx="5505255" cy="27997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vi-VN" b="1" dirty="0"/>
              <a:t>Khái niệm:</a:t>
            </a:r>
          </a:p>
          <a:p>
            <a:endParaRPr lang="vi-VN" b="1" dirty="0"/>
          </a:p>
          <a:p>
            <a:r>
              <a:rPr lang="en-US" dirty="0"/>
              <a:t>- </a:t>
            </a:r>
            <a:r>
              <a:rPr lang="en-US" dirty="0" err="1"/>
              <a:t>Hàm</a:t>
            </a:r>
            <a:r>
              <a:rPr lang="en-US" dirty="0"/>
              <a:t>: </a:t>
            </a:r>
            <a:r>
              <a:rPr lang="en-US" dirty="0" err="1"/>
              <a:t>đoạn</a:t>
            </a:r>
            <a:r>
              <a:rPr lang="en-US" dirty="0"/>
              <a:t> code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,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</a:t>
            </a:r>
          </a:p>
          <a:p>
            <a:r>
              <a:rPr lang="en-US" dirty="0"/>
              <a:t>def </a:t>
            </a:r>
            <a:r>
              <a:rPr lang="en-US" dirty="0" err="1"/>
              <a:t>ten_ham</a:t>
            </a:r>
            <a:r>
              <a:rPr lang="en-US" dirty="0"/>
              <a:t>(</a:t>
            </a:r>
            <a:r>
              <a:rPr lang="en-US" dirty="0" err="1"/>
              <a:t>tham_so</a:t>
            </a:r>
            <a:r>
              <a:rPr lang="en-US" dirty="0"/>
              <a:t>):</a:t>
            </a:r>
          </a:p>
          <a:p>
            <a:r>
              <a:rPr lang="en-US" dirty="0"/>
              <a:t>    ...</a:t>
            </a:r>
          </a:p>
          <a:p>
            <a:r>
              <a:rPr lang="en-US" dirty="0"/>
              <a:t>    return </a:t>
            </a:r>
            <a:r>
              <a:rPr lang="en-US" dirty="0" err="1"/>
              <a:t>ket_qua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def greet(name="</a:t>
            </a:r>
            <a:r>
              <a:rPr lang="en-US" dirty="0" err="1"/>
              <a:t>Bạn</a:t>
            </a:r>
            <a:r>
              <a:rPr lang="en-US" dirty="0"/>
              <a:t>")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5C58BE-DDFA-4CF5-9EE8-135489947335}"/>
              </a:ext>
            </a:extLst>
          </p:cNvPr>
          <p:cNvSpPr/>
          <p:nvPr/>
        </p:nvSpPr>
        <p:spPr>
          <a:xfrm>
            <a:off x="358216" y="4515440"/>
            <a:ext cx="5505256" cy="16685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b="1" dirty="0"/>
              <a:t>3. Lưu ý:</a:t>
            </a:r>
          </a:p>
          <a:p>
            <a:r>
              <a:rPr lang="vi-VN" dirty="0"/>
              <a:t>- Hàm phải định nghĩa trước khi gọi</a:t>
            </a:r>
          </a:p>
          <a:p>
            <a:r>
              <a:rPr lang="vi-VN" dirty="0"/>
              <a:t>- return trả về giá trị, không return -&gt; None</a:t>
            </a:r>
          </a:p>
          <a:p>
            <a:r>
              <a:rPr lang="vi-VN" dirty="0"/>
              <a:t>- Tham số mặc định giúp gọi hàm nhanh, không cần nhập hết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75129C-6932-4DC5-93D1-9A32BC8EF59A}"/>
              </a:ext>
            </a:extLst>
          </p:cNvPr>
          <p:cNvSpPr/>
          <p:nvPr/>
        </p:nvSpPr>
        <p:spPr>
          <a:xfrm>
            <a:off x="8257880" y="1508288"/>
            <a:ext cx="1979629" cy="58446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b="1" dirty="0"/>
              <a:t>2. Ví dụ code:</a:t>
            </a: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7A37DC-5A32-484C-ABDD-523F93621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30" y="2344928"/>
            <a:ext cx="3145408" cy="36374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800EED-B79D-4C1B-94DE-E4F792A0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96" y="3400965"/>
            <a:ext cx="1753105" cy="11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Huynh</dc:creator>
  <cp:lastModifiedBy>Anh Huynh</cp:lastModifiedBy>
  <cp:revision>3</cp:revision>
  <dcterms:created xsi:type="dcterms:W3CDTF">2025-11-24T15:32:52Z</dcterms:created>
  <dcterms:modified xsi:type="dcterms:W3CDTF">2025-11-24T16:54:34Z</dcterms:modified>
</cp:coreProperties>
</file>