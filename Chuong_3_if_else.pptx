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E1DDF-8658-470D-8313-84D819DBB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C5505B-5467-43EB-85C5-93902C466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98AA3-1A48-404B-9AB9-AE5F97014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C710E-C00C-437D-8819-B54F48245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DCF9C-1EA7-4A73-B8A1-5A32796AF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1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43BAB-36B3-4A15-9135-886A76321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55F4F-B536-4278-BDE7-E7994E75D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1DE83-5671-4C83-9BA6-62AAB7E5F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F41FB-8BDE-4E10-896D-010F47DFE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5CDDB-819A-41C1-B11A-01D84814F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63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05204-C774-448E-9813-E2E3984C4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27AC3-E862-408C-9713-72771D483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C5B1A-BED1-4DDA-8EEC-BD720CF07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63B3C-434D-46C4-9596-4498D2758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6DA2D-DCC3-41CB-B9A7-943E6025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236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497B-734C-44C7-941D-1161C6F41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FA582-DF3A-4BAF-9B14-9D07F3342F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9FDAE-EFAE-4AE6-87A1-5B75B661E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01DF8-096B-4D7E-A338-D98ECEA9E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476D0-4DC3-4B31-A3C6-E62BE5BC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9B41B-FD65-4BE7-ADF6-7FED99620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13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B4637-7BAE-4544-8C43-DA16C20A3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7F087-78C4-4CBB-8034-E230C8B07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769A6-BBE4-4BD3-83BB-E44CCCE4F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1F208-C010-4FEA-8628-3439276817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C61070-5A80-4879-BDEE-380D5C9AC6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95487D-34B9-480A-A977-A139E1C1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F31816-12B3-4A99-92BC-3136BB61D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E39D33-BE16-4EC3-A99D-EEF1E887F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8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0F795-2469-4812-B290-79C66D580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AC63C5-C301-4341-9FE9-06243CCEE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78C52A-6A5B-41B3-B903-704D0775B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FCEDE-4388-4F02-ACB2-8A9219FFE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58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3BC9ED-EA19-47FB-92B5-D7B0FCEC5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623B26-58FD-4D89-B23F-FF84FE0E4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3BEEC-EE39-4286-A89A-73354B264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00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88CEF-AFB1-4B60-B41C-F59E552CD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C0E95-B772-4A35-818D-D1BC7F7D4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6DA66-04DB-4742-BF90-E30F71C54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9077F-ADF9-454C-BECB-FB9FF5F1C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5A87D-C396-4EEB-AC9B-AC91F6086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4BDCD-68C5-4784-8562-A6EC755A2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75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ECF7-CD7F-4E4D-9F20-867DCA8F3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E66371-DCEC-41EF-BBB4-2568410781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78EA92-AAA4-4E90-B387-074465E7C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91AC6-8248-4101-B199-3104C53A6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1B5CFD-F3DA-46EC-8160-AD4325873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4E2BC-CF3A-4377-A7C1-AFD6882C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322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D282-7453-46AE-8E1D-1CD9C2871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B83B8-2616-4B92-B9C7-D72488243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E4C0D-0539-433D-BC3B-B4EE898FC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2BBA5-6AB1-4051-A713-444029B66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64B28-64BF-4384-B3B6-C3F1FB329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51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9182BF-5F6B-4899-993B-F439243A73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31503F-87F0-438A-A747-921F20598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1551C-16FD-45ED-BFCE-DF9213A23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466D8-910E-4798-8142-B58752371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F7152-26DC-4020-B605-6BD71B527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58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A741BC-A9BD-4145-813B-2641CD5B5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402BD-2263-4DBD-8E4E-D265F1308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26752-D88D-4570-8B90-767EBCE741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102A6-B544-48A5-959E-6F3A430F656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69365-9461-428E-9B96-3D42B078B4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041BF-EEBA-4EF9-97A9-412C36197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E34B8-4C67-45AB-AF3F-1B14298E5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497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BC055A-DEC8-4E4F-8715-66072B7128E1}"/>
              </a:ext>
            </a:extLst>
          </p:cNvPr>
          <p:cNvSpPr/>
          <p:nvPr/>
        </p:nvSpPr>
        <p:spPr>
          <a:xfrm>
            <a:off x="150829" y="254524"/>
            <a:ext cx="11840066" cy="914400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b="1" dirty="0">
                <a:solidFill>
                  <a:schemeClr val="tx1"/>
                </a:solidFill>
              </a:rPr>
              <a:t>Chương 3 – If / Else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8C46C48-7A4D-4F92-AA67-4578E2212631}"/>
              </a:ext>
            </a:extLst>
          </p:cNvPr>
          <p:cNvSpPr/>
          <p:nvPr/>
        </p:nvSpPr>
        <p:spPr>
          <a:xfrm>
            <a:off x="367646" y="1666377"/>
            <a:ext cx="3601040" cy="447773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vi-VN" b="1" dirty="0"/>
              <a:t>Khái niệm:</a:t>
            </a:r>
          </a:p>
          <a:p>
            <a:endParaRPr lang="vi-VN" b="1" dirty="0"/>
          </a:p>
          <a:p>
            <a:r>
              <a:rPr lang="vi-VN" dirty="0"/>
              <a:t>- Cú pháp:</a:t>
            </a:r>
          </a:p>
          <a:p>
            <a:r>
              <a:rPr lang="vi-VN" dirty="0"/>
              <a:t>if điều_kiện:</a:t>
            </a:r>
          </a:p>
          <a:p>
            <a:r>
              <a:rPr lang="vi-VN" dirty="0"/>
              <a:t>    ...</a:t>
            </a:r>
          </a:p>
          <a:p>
            <a:r>
              <a:rPr lang="vi-VN" dirty="0"/>
              <a:t>elif điều_kiện_khác:</a:t>
            </a:r>
          </a:p>
          <a:p>
            <a:r>
              <a:rPr lang="vi-VN" dirty="0"/>
              <a:t>    ...</a:t>
            </a:r>
          </a:p>
          <a:p>
            <a:r>
              <a:rPr lang="vi-VN" dirty="0"/>
              <a:t>else:</a:t>
            </a:r>
          </a:p>
          <a:p>
            <a:r>
              <a:rPr lang="vi-VN" dirty="0"/>
              <a:t>    ...</a:t>
            </a:r>
          </a:p>
          <a:p>
            <a:r>
              <a:rPr lang="vi-VN" dirty="0"/>
              <a:t>- Điều kiện kết hợp:</a:t>
            </a:r>
          </a:p>
          <a:p>
            <a:r>
              <a:rPr lang="vi-VN" dirty="0"/>
              <a:t>and → tất cả đúng</a:t>
            </a:r>
          </a:p>
          <a:p>
            <a:r>
              <a:rPr lang="vi-VN" dirty="0"/>
              <a:t>or → ít nhất 1 đúng</a:t>
            </a:r>
          </a:p>
          <a:p>
            <a:r>
              <a:rPr lang="vi-VN" dirty="0"/>
              <a:t>not → đảo ngược True/False</a:t>
            </a:r>
          </a:p>
          <a:p>
            <a:r>
              <a:rPr lang="vi-VN" dirty="0"/>
              <a:t>- Thụt lề bắt buộc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943CE31-460B-4D9A-9F33-768E8BD303FA}"/>
              </a:ext>
            </a:extLst>
          </p:cNvPr>
          <p:cNvSpPr/>
          <p:nvPr/>
        </p:nvSpPr>
        <p:spPr>
          <a:xfrm>
            <a:off x="4176075" y="3806262"/>
            <a:ext cx="3478491" cy="233784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vi-VN" b="1" dirty="0"/>
              <a:t>3. Lưu ý:</a:t>
            </a:r>
          </a:p>
          <a:p>
            <a:endParaRPr lang="vi-VN" b="1" dirty="0"/>
          </a:p>
          <a:p>
            <a:r>
              <a:rPr lang="vi-VN" dirty="0"/>
              <a:t>- Không cần ngoặc quanh điều kiện, nhưng có thể dùng cho dễ đọc</a:t>
            </a:r>
          </a:p>
          <a:p>
            <a:r>
              <a:rPr lang="vi-VN" dirty="0"/>
              <a:t>- Thứ tự if / elif / else quan trọng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6B9539-A4F4-4F37-B559-228DB94D3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325" y="1915563"/>
            <a:ext cx="2498308" cy="2112469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6615025-4172-4358-B7ED-1E68F7CA3046}"/>
              </a:ext>
            </a:extLst>
          </p:cNvPr>
          <p:cNvSpPr/>
          <p:nvPr/>
        </p:nvSpPr>
        <p:spPr>
          <a:xfrm>
            <a:off x="4928445" y="2684281"/>
            <a:ext cx="1973750" cy="57503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b="1" dirty="0"/>
              <a:t>2. Ví dụ code:</a:t>
            </a:r>
            <a:endParaRPr lang="en-US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5533706-4009-40B5-97A3-6C75C3859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892" y="4539625"/>
            <a:ext cx="1981174" cy="49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968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98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Anh Huynh</dc:creator>
  <cp:lastModifiedBy>Anh Huynh</cp:lastModifiedBy>
  <cp:revision>3</cp:revision>
  <dcterms:created xsi:type="dcterms:W3CDTF">2025-11-24T15:32:52Z</dcterms:created>
  <dcterms:modified xsi:type="dcterms:W3CDTF">2025-11-24T16:43:56Z</dcterms:modified>
</cp:coreProperties>
</file>